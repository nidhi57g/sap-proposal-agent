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Modernizing User Experience with SAP Fiori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Presentation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000"/>
              <a:t>The Challenge: Traditional SAP GUI Limitations</a:t>
            </a:r>
          </a:p>
          <a:p>
            <a:pPr/>
            <a:r>
              <a:rPr sz="2000"/>
              <a:t>Introducing SAP Fiori: A New Design Philosophy</a:t>
            </a:r>
          </a:p>
          <a:p>
            <a:pPr/>
            <a:r>
              <a:rPr sz="2000"/>
              <a:t>Key Principles of SAP Fiori Design</a:t>
            </a:r>
          </a:p>
          <a:p>
            <a:pPr/>
            <a:r>
              <a:rPr sz="2000"/>
              <a:t>Proposal: Implementing SAP Fiori Across Your Landscape</a:t>
            </a:r>
          </a:p>
          <a:p>
            <a:pPr/>
            <a:r>
              <a:rPr sz="2000"/>
              <a:t>Benefits of SAP Fiori Adoption</a:t>
            </a:r>
          </a:p>
          <a:p>
            <a:pPr/>
            <a:r>
              <a:rPr sz="2000"/>
              <a:t>Implementation Considerations</a:t>
            </a:r>
          </a:p>
          <a:p>
            <a:pPr/>
            <a:r>
              <a:rPr sz="2000"/>
              <a:t>Examples of Fiori Apps in Action</a:t>
            </a:r>
          </a:p>
          <a:p>
            <a:pPr/>
            <a:r>
              <a:rPr sz="2000"/>
              <a:t>Roadmap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Challenge: Traditional SAP GUI 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Traditional SAP GUI screens can be complex, inconsistent, and overwhelming for users.</a:t>
            </a:r>
          </a:p>
          <a:p>
            <a:pPr/>
            <a:r>
              <a:rPr sz="2000"/>
              <a:t>Steep learning curve, leading to reduced user adoption and increased training costs.</a:t>
            </a:r>
          </a:p>
          <a:p>
            <a:pPr/>
            <a:r>
              <a:rPr sz="2000"/>
              <a:t>Limited accessibility on mobile devices, impacting productivity for remote or field workers.</a:t>
            </a:r>
          </a:p>
          <a:p>
            <a:pPr/>
            <a:r>
              <a:rPr sz="2000"/>
              <a:t>Lack of modern user experience leads to decreased employee satisfaction.</a:t>
            </a:r>
          </a:p>
          <a:p>
            <a:pPr/>
            <a:r>
              <a:rPr sz="2000"/>
              <a:t>Difficulty in integrating with modern applications and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Introducing SAP Fiori: A New Design Philosophy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SAP Fiori is a design language and a set of guidelines for SAP applications.</a:t>
            </a:r>
          </a:p>
          <a:p>
            <a:pPr/>
            <a:r>
              <a:rPr sz="2000"/>
              <a:t>It focuses on creating intuitive, responsive, and personalized user experiences.</a:t>
            </a:r>
          </a:p>
          <a:p>
            <a:pPr/>
            <a:r>
              <a:rPr sz="2000"/>
              <a:t>Fiori apps are designed around specific user roles and business tasks, not just system functions.</a:t>
            </a:r>
          </a:p>
          <a:p>
            <a:pPr/>
            <a:r>
              <a:rPr sz="2000"/>
              <a:t>Accessible on any device (desktop, tablet, smartphone), providing a consistent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Principles of SAP Fiori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2000"/>
              <a:t>Role-Based:</a:t>
            </a:r>
            <a:r>
              <a:rPr sz="2000"/>
              <a:t> Apps tailored to the specific needs and tasks of different user roles.</a:t>
            </a:r>
          </a:p>
          <a:p>
            <a:pPr/>
            <a:r>
              <a:rPr b="1" sz="2000"/>
              <a:t>Adaptive:</a:t>
            </a:r>
            <a:r>
              <a:rPr sz="2000"/>
              <a:t> Responsive design that adjusts to various screen sizes and devices.</a:t>
            </a:r>
          </a:p>
          <a:p>
            <a:pPr/>
            <a:r>
              <a:rPr b="1" sz="2000"/>
              <a:t>Simple:</a:t>
            </a:r>
            <a:r>
              <a:rPr sz="2000"/>
              <a:t> Focus on essential functions, reducing complexity and improving usability.</a:t>
            </a:r>
          </a:p>
          <a:p>
            <a:pPr/>
            <a:r>
              <a:rPr b="1" sz="2000"/>
              <a:t>Coherent:</a:t>
            </a:r>
            <a:r>
              <a:rPr sz="2000"/>
              <a:t> Consistent look and feel across all Fiori apps, creating a unified experience.</a:t>
            </a:r>
          </a:p>
          <a:p>
            <a:pPr/>
            <a:r>
              <a:rPr b="1" sz="2000"/>
              <a:t>Delightful:</a:t>
            </a:r>
            <a:r>
              <a:rPr sz="2000"/>
              <a:t> Aims to provide a pleasant and engaging user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Proposal: Implementing SAP Fiori Across Your Landscape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Objective:</a:t>
            </a:r>
            <a:r>
              <a:rPr sz="2000"/>
              <a:t> Transform the user experience from traditional GUI to modern Fiori apps for core SAP processes.</a:t>
            </a:r>
          </a:p>
          <a:p>
            <a:pPr/>
            <a:r>
              <a:rPr sz="2000"/>
              <a:t> </a:t>
            </a:r>
            <a:r>
              <a:rPr b="1" sz="2000"/>
              <a:t>Strategy:</a:t>
            </a:r>
          </a:p>
          <a:p>
            <a:pPr lvl="1"/>
            <a:r>
              <a:rPr sz="1800"/>
              <a:t> </a:t>
            </a:r>
            <a:r>
              <a:rPr b="1" sz="1800"/>
              <a:t>Identify High-Impact Areas:</a:t>
            </a:r>
            <a:r>
              <a:rPr sz="1800"/>
              <a:t> Prioritize Fiori rollout for frequently used transactions and critical user roles (e.g., employees, managers, finance).</a:t>
            </a:r>
          </a:p>
          <a:p>
            <a:pPr lvl="1"/>
            <a:r>
              <a:rPr sz="1800"/>
              <a:t> </a:t>
            </a:r>
            <a:r>
              <a:rPr b="1" sz="1800"/>
              <a:t>Leverage SAP Best Practices:</a:t>
            </a:r>
            <a:r>
              <a:rPr sz="1800"/>
              <a:t> Utilize pre-built Fiori apps for standard SAP functionalities.</a:t>
            </a:r>
          </a:p>
          <a:p>
            <a:pPr lvl="1"/>
            <a:r>
              <a:rPr sz="1800"/>
              <a:t> </a:t>
            </a:r>
            <a:r>
              <a:rPr b="1" sz="1800"/>
              <a:t>Develop Custom Fiori Apps:</a:t>
            </a:r>
            <a:r>
              <a:rPr sz="1800"/>
              <a:t> For unique business processes that require tailored solutions.</a:t>
            </a:r>
          </a:p>
          <a:p>
            <a:pPr lvl="1"/>
            <a:r>
              <a:rPr sz="1800"/>
              <a:t> </a:t>
            </a:r>
            <a:r>
              <a:rPr b="1" sz="1800"/>
              <a:t>Integrate:</a:t>
            </a:r>
            <a:r>
              <a:rPr sz="1800"/>
              <a:t> Ensure seamless integration with SAP S/4HANA and other relevant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Benefits of SAP Fiori Adoption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Increased User Productivity:</a:t>
            </a:r>
            <a:r>
              <a:rPr sz="2000"/>
              <a:t> Intuitive design reduces task completion time and errors.</a:t>
            </a:r>
          </a:p>
          <a:p>
            <a:pPr/>
            <a:r>
              <a:rPr sz="2000"/>
              <a:t> </a:t>
            </a:r>
            <a:r>
              <a:rPr b="1" sz="2000"/>
              <a:t>Improved User Adoption:</a:t>
            </a:r>
            <a:r>
              <a:rPr sz="2000"/>
              <a:t> Easier to learn and use, leading to higher acceptance rates.</a:t>
            </a:r>
          </a:p>
          <a:p>
            <a:pPr/>
            <a:r>
              <a:rPr sz="2000"/>
              <a:t> </a:t>
            </a:r>
            <a:r>
              <a:rPr b="1" sz="2000"/>
              <a:t>Enhanced Mobile Accessibility:</a:t>
            </a:r>
            <a:r>
              <a:rPr sz="2000"/>
              <a:t> Empower employees with access to critical information and functions on any device.</a:t>
            </a:r>
          </a:p>
          <a:p>
            <a:pPr/>
            <a:r>
              <a:rPr sz="2000"/>
              <a:t> </a:t>
            </a:r>
            <a:r>
              <a:rPr b="1" sz="2000"/>
              <a:t>Greater Employee Satisfaction:</a:t>
            </a:r>
            <a:r>
              <a:rPr sz="2000"/>
              <a:t> A modern, pleasant user experience boosts morale.</a:t>
            </a:r>
          </a:p>
          <a:p>
            <a:pPr/>
            <a:r>
              <a:rPr sz="2000"/>
              <a:t> </a:t>
            </a:r>
            <a:r>
              <a:rPr b="1" sz="2000"/>
              <a:t>Reduced Training Costs:</a:t>
            </a:r>
            <a:r>
              <a:rPr sz="2000"/>
              <a:t> Simpler interface requires less extensive training.</a:t>
            </a:r>
          </a:p>
          <a:p>
            <a:pPr/>
            <a:r>
              <a:rPr sz="2000"/>
              <a:t> </a:t>
            </a:r>
            <a:r>
              <a:rPr b="1" sz="2000"/>
              <a:t>Future-Proof Platform:</a:t>
            </a:r>
            <a:r>
              <a:rPr sz="2000"/>
              <a:t> Aligns with SAP's strategic direction for digital transformation.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Implementation Considerations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User Role Analysis:</a:t>
            </a:r>
            <a:r>
              <a:rPr sz="2000"/>
              <a:t> Deep understanding of user needs and workflows is crucial.</a:t>
            </a:r>
          </a:p>
          <a:p>
            <a:pPr/>
            <a:r>
              <a:rPr sz="2000"/>
              <a:t> </a:t>
            </a:r>
            <a:r>
              <a:rPr b="1" sz="2000"/>
              <a:t>Technical Infrastructure:</a:t>
            </a:r>
            <a:r>
              <a:rPr sz="2000"/>
              <a:t> Ensure appropriate system setup (e.g., SAP Gateway, Fiori Launchpad).</a:t>
            </a:r>
          </a:p>
          <a:p>
            <a:pPr/>
            <a:r>
              <a:rPr sz="2000"/>
              <a:t> </a:t>
            </a:r>
            <a:r>
              <a:rPr b="1" sz="2000"/>
              <a:t>Change Management:</a:t>
            </a:r>
            <a:r>
              <a:rPr sz="2000"/>
              <a:t> Proactive communication and training are vital for user buy-in.</a:t>
            </a:r>
          </a:p>
          <a:p>
            <a:pPr/>
            <a:r>
              <a:rPr sz="2000"/>
              <a:t> </a:t>
            </a:r>
            <a:r>
              <a:rPr b="1" sz="2000"/>
              <a:t>Customization Strategy:</a:t>
            </a:r>
            <a:r>
              <a:rPr sz="2000"/>
              <a:t> Balance standard Fiori apps with custom developments to avoid technical debt.</a:t>
            </a:r>
          </a:p>
          <a:p>
            <a:pPr/>
            <a:r>
              <a:rPr sz="2000"/>
              <a:t> </a:t>
            </a:r>
            <a:r>
              <a:rPr b="1" sz="2000"/>
              <a:t>Licensing:</a:t>
            </a:r>
            <a:r>
              <a:rPr sz="2000"/>
              <a:t> Understand the licensing implications for Fiori apps and SAP S/4HANA.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Examples of Fiori Apps in 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2000"/>
              <a:t>For Employees:</a:t>
            </a:r>
            <a:r>
              <a:rPr sz="2000"/>
              <a:t> My Timesheet, My Leave Requests, Travel Expenses.</a:t>
            </a:r>
          </a:p>
          <a:p>
            <a:pPr/>
            <a:r>
              <a:rPr b="1" sz="2000"/>
              <a:t>For Managers:</a:t>
            </a:r>
            <a:r>
              <a:rPr sz="2000"/>
              <a:t> Approve Leave Requests, Monitor Team Performance, Manage Expenses.</a:t>
            </a:r>
          </a:p>
          <a:p>
            <a:pPr/>
            <a:r>
              <a:rPr b="1" sz="2000"/>
              <a:t>For Finance:</a:t>
            </a:r>
            <a:r>
              <a:rPr sz="2000"/>
              <a:t> Process Invoices, View Financial Reports, Manage Bank Accounts.</a:t>
            </a:r>
          </a:p>
          <a:p>
            <a:pPr/>
            <a:r>
              <a:rPr b="1" sz="2000"/>
              <a:t>For Procurement:</a:t>
            </a:r>
            <a:r>
              <a:rPr sz="2000"/>
              <a:t> Create Purchase Requisitions, Track Purchase Orders, Manage Suppliers.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Roadmap 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Conduct a UX assessment to identify key user roles and critical processes.</a:t>
            </a:r>
          </a:p>
          <a:p>
            <a:pPr/>
            <a:r>
              <a:rPr sz="2000"/>
              <a:t>Prioritize a pilot rollout of Fiori apps for a specific department or user group.</a:t>
            </a:r>
          </a:p>
          <a:p>
            <a:pPr/>
            <a:r>
              <a:rPr sz="2000"/>
              <a:t>Develop a comprehensive Fiori strategy aligned with your SAP roadmap.</a:t>
            </a:r>
          </a:p>
          <a:p>
            <a:pPr/>
            <a:r>
              <a:rPr sz="2000"/>
              <a:t>Engage with an implementation partner experienced in Fiori deployments.</a:t>
            </a:r>
          </a:p>
          <a:p>
            <a:pPr/>
            <a:r>
              <a:rPr sz="2000"/>
              <a:t>Let's discuss which user groups or business processes would benefit most from a Fiori-driven experience. What are your primary goals for improving UX?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ShapesVTI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5</cp:revision>
  <dcterms:modified xsi:type="dcterms:W3CDTF">2023-08-21T21:53:30Z</dcterms:modified>
</cp:coreProperties>
</file>