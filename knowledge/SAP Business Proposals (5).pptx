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Driving Data-Driven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Challenge: Data Overload, Insight Deficit</a:t>
            </a:r>
          </a:p>
          <a:p>
            <a:pPr/>
            <a:r>
              <a:rPr sz="2000"/>
              <a:t>Introducing SAP Analytics Cloud (SAC)</a:t>
            </a:r>
          </a:p>
          <a:p>
            <a:pPr/>
            <a:r>
              <a:rPr sz="2000"/>
              <a:t>Core Capabilities of SAC</a:t>
            </a:r>
          </a:p>
          <a:p>
            <a:pPr/>
            <a:r>
              <a:rPr sz="2000"/>
              <a:t>Proposal 1: Unified Business Intelligence &amp; Reporting</a:t>
            </a:r>
          </a:p>
          <a:p>
            <a:pPr/>
            <a:r>
              <a:rPr sz="2000"/>
              <a:t>Proposal 2: Integrated Business Planning &amp; Forecasting</a:t>
            </a:r>
          </a:p>
          <a:p>
            <a:pPr/>
            <a:r>
              <a:rPr sz="2000"/>
              <a:t>Proposal 3: Augmented Analytics &amp; Predictive Insights</a:t>
            </a:r>
          </a:p>
          <a:p>
            <a:pPr/>
            <a:r>
              <a:rPr sz="2000"/>
              <a:t>Key Benefits of SAC Adoption</a:t>
            </a:r>
          </a:p>
          <a:p>
            <a:pPr/>
            <a:r>
              <a:rPr sz="2000"/>
              <a:t>Implementation Strategy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Challenge: Data Overload, Insight Deficit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Businesses are generating more data than ever before, but extracting actionable insights remains difficult.</a:t>
            </a:r>
          </a:p>
          <a:p>
            <a:pPr/>
            <a:r>
              <a:rPr sz="2000"/>
              <a:t>Data is often siloed across disparate systems (ERP, CRM, legacy applications).</a:t>
            </a:r>
          </a:p>
          <a:p>
            <a:pPr/>
            <a:r>
              <a:rPr sz="2000"/>
              <a:t>Traditional reporting tools are slow, static, and lack interactivity.</a:t>
            </a:r>
          </a:p>
          <a:p>
            <a:pPr/>
            <a:r>
              <a:rPr sz="2000"/>
              <a:t>Difficulty in forecasting future trends and planning effectively.</a:t>
            </a:r>
          </a:p>
          <a:p>
            <a:pPr/>
            <a:r>
              <a:rPr sz="2000"/>
              <a:t>Decision-makers lack real-time, comprehensive visibility into business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Introducing SAP Analytics Cloud (SAC)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A powerful, cloud-based solution that combines Business Intelligence (BI), Enterprise Planning, and Augmented Analytics capabilities.</a:t>
            </a:r>
          </a:p>
          <a:p>
            <a:pPr/>
            <a:r>
              <a:rPr sz="2000"/>
              <a:t>Designed to provide a single source of truth for all your analytical needs.</a:t>
            </a:r>
          </a:p>
          <a:p>
            <a:pPr/>
            <a:r>
              <a:rPr sz="2000"/>
              <a:t>Enables users across the organization to explore data, create reports, plan, and predict outcomes.</a:t>
            </a:r>
          </a:p>
          <a:p>
            <a:pPr/>
            <a:r>
              <a:rPr sz="2000"/>
              <a:t>Seamlessly integrates with SAP S/4HANA and other data 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Core Capabilities of SAP Analytics Cloud (SAC)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Business Intelligence (BI):</a:t>
            </a:r>
            <a:r>
              <a:rPr sz="2000"/>
              <a:t> Interactive dashboards, data visualization, reporting, and ad-hoc analysis.</a:t>
            </a:r>
          </a:p>
          <a:p>
            <a:pPr/>
            <a:r>
              <a:rPr sz="2000"/>
              <a:t> </a:t>
            </a:r>
            <a:r>
              <a:rPr b="1" sz="2000"/>
              <a:t>Enterprise Planning:</a:t>
            </a:r>
            <a:r>
              <a:rPr sz="2000"/>
              <a:t> Financial planning, budgeting, forecasting, and scenario modeling.</a:t>
            </a:r>
          </a:p>
          <a:p>
            <a:pPr/>
            <a:r>
              <a:rPr sz="2000"/>
              <a:t> </a:t>
            </a:r>
            <a:r>
              <a:rPr b="1" sz="2000"/>
              <a:t>Predictive Analytics:</a:t>
            </a:r>
            <a:r>
              <a:rPr sz="2000"/>
              <a:t> Leverage machine learning and AI to uncover hidden patterns and predict future outcomes.</a:t>
            </a:r>
          </a:p>
          <a:p>
            <a:pPr/>
            <a:r>
              <a:rPr sz="2000"/>
              <a:t> </a:t>
            </a:r>
            <a:r>
              <a:rPr b="1" sz="2000"/>
              <a:t>Augmented Analytics:</a:t>
            </a:r>
            <a:r>
              <a:rPr sz="2000"/>
              <a:t> Natural language processing (NLP) for data exploration and automated insight generation.</a:t>
            </a:r>
          </a:p>
          <a:p>
            <a:pPr/>
            <a:r>
              <a:rPr sz="2000"/>
              <a:t> </a:t>
            </a:r>
            <a:r>
              <a:rPr b="1" sz="2000"/>
              <a:t>Data Connectivity &amp; Preparation:</a:t>
            </a:r>
            <a:r>
              <a:rPr sz="2000"/>
              <a:t> Connect to diverse data sources and prepare data for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1: Unified Business Intelligence &amp; Reporting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Problem: Fragmented reporting, static spreadsheets, and lack of real-time visibility hinder informed decisions.</a:t>
            </a:r>
          </a:p>
          <a:p>
            <a:pPr/>
            <a:r>
              <a:rPr sz="2000"/>
              <a:t>Solution: Implement SAC for interactive dashboards, self-service BI, and automated reporting across all business functions.</a:t>
            </a:r>
          </a:p>
          <a:p>
            <a:pPr/>
            <a:r>
              <a:rPr sz="2000"/>
              <a:t>Benefits: Enhanced operational visibility, faster identification of trends and anomalies, improved decision-making speed, and empowered business users.</a:t>
            </a:r>
          </a:p>
          <a:p>
            <a:pPr/>
            <a:r>
              <a:rPr sz="2000"/>
              <a:t>Use Case: Real-time sales performance dashboards, financial health monitoring, supply chain KPI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2: Integrated Business Planning &amp; Forecasting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Need: Synchronize financial, sales, and operational plans for greater accuracy and agility.</a:t>
            </a:r>
          </a:p>
          <a:p>
            <a:pPr/>
            <a:r>
              <a:rPr sz="2000"/>
              <a:t>Solution: Utilize SAC's planning capabilities for collaborative budgeting, forecasting, and what-if scenario analysis.</a:t>
            </a:r>
          </a:p>
          <a:p>
            <a:pPr/>
            <a:r>
              <a:rPr sz="2000"/>
              <a:t>Benefits: Improved forecast accuracy, optimized resource allocation, better alignment between departmental plans, and faster planning cycles.</a:t>
            </a:r>
          </a:p>
          <a:p>
            <a:pPr/>
            <a:r>
              <a:rPr sz="2000"/>
              <a:t>Use Case: Rolling sales forecasts, expense budgeting, workforce planning, capital expenditure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3: Augmented Analytics &amp; Predictive Insights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Opportunity: Leverage AI and machine learning to go beyond historical reporting and predict future outcomes.</a:t>
            </a:r>
          </a:p>
          <a:p>
            <a:pPr/>
            <a:r>
              <a:rPr sz="2000"/>
              <a:t>Solution: Employ SAC's augmented analytics features to automate insight discovery, identify key drivers, and build predictive models.</a:t>
            </a:r>
          </a:p>
          <a:p>
            <a:pPr/>
            <a:r>
              <a:rPr sz="2000"/>
              <a:t>Benefits: Proactive identification of risks and opportunities, deeper understanding of data, optimized business strategies, and competitive advantage.</a:t>
            </a:r>
          </a:p>
          <a:p>
            <a:pPr/>
            <a:r>
              <a:rPr sz="2000"/>
              <a:t>Use Case: Predicting customer churn, forecasting demand fluctuations, identifying fraud patterns, optimizing pricing.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Benefits of SAC Adoption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Single Source of Truth:</a:t>
            </a:r>
            <a:r>
              <a:rPr sz="2000"/>
              <a:t> Consolidate all analytics, planning, and predictive capabilities.</a:t>
            </a:r>
          </a:p>
          <a:p>
            <a:pPr/>
            <a:r>
              <a:rPr sz="2000"/>
              <a:t> </a:t>
            </a:r>
            <a:r>
              <a:rPr b="1" sz="2000"/>
              <a:t>Real-Time Insights:</a:t>
            </a:r>
            <a:r>
              <a:rPr sz="2000"/>
              <a:t> Make decisions based on up-to-the-minute data.</a:t>
            </a:r>
          </a:p>
          <a:p>
            <a:pPr/>
            <a:r>
              <a:rPr sz="2000"/>
              <a:t> </a:t>
            </a:r>
            <a:r>
              <a:rPr b="1" sz="2000"/>
              <a:t>Enhanced Collaboration:</a:t>
            </a:r>
            <a:r>
              <a:rPr sz="2000"/>
              <a:t> Foster teamwork with shared dashboards and planning models.</a:t>
            </a:r>
          </a:p>
          <a:p>
            <a:pPr/>
            <a:r>
              <a:rPr sz="2000"/>
              <a:t> </a:t>
            </a:r>
            <a:r>
              <a:rPr b="1" sz="2000"/>
              <a:t>Democratized Analytics:</a:t>
            </a:r>
            <a:r>
              <a:rPr sz="2000"/>
              <a:t> Empower business users with self-service capabilities.</a:t>
            </a:r>
          </a:p>
          <a:p>
            <a:pPr/>
            <a:r>
              <a:rPr sz="2000"/>
              <a:t> </a:t>
            </a:r>
            <a:r>
              <a:rPr b="1" sz="2000"/>
              <a:t>Improved Agility:</a:t>
            </a:r>
            <a:r>
              <a:rPr sz="2000"/>
              <a:t> Respond faster to market changes and business opportunities.</a:t>
            </a:r>
          </a:p>
          <a:p>
            <a:pPr/>
            <a:r>
              <a:rPr sz="2000"/>
              <a:t> </a:t>
            </a:r>
            <a:r>
              <a:rPr b="1" sz="2000"/>
              <a:t>Reduced TCO:</a:t>
            </a:r>
            <a:r>
              <a:rPr sz="2000"/>
              <a:t> Consolidate multiple tools into one integrated platform.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Implementation Strategy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Identify critical business questions and KPIs that need better analytical support.</a:t>
            </a:r>
          </a:p>
          <a:p>
            <a:pPr/>
            <a:r>
              <a:rPr sz="2000"/>
              <a:t>Assess existing data sources and connectivity requirements.</a:t>
            </a:r>
          </a:p>
          <a:p>
            <a:pPr/>
            <a:r>
              <a:rPr sz="2000"/>
              <a:t>Prioritize use cases (e.g., start with BI dashboards, then move to planning or predictive).</a:t>
            </a:r>
          </a:p>
          <a:p>
            <a:pPr/>
            <a:r>
              <a:rPr sz="2000"/>
              <a:t>Develop a training program to upskill users for self-service analytics.</a:t>
            </a:r>
          </a:p>
          <a:p>
            <a:pPr/>
            <a:r>
              <a:rPr sz="2000"/>
              <a:t>Let's discuss how SAC can address your specific data challenges. What is the most pressing analytical need for your organization right now?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