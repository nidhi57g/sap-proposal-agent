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Transforming Customer Engagement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Presentation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>
            <a:pPr/>
            <a:r>
              <a:rPr sz="2000"/>
              <a:t>The Evolving Customer Expectations Landscape</a:t>
            </a:r>
          </a:p>
          <a:p>
            <a:pPr/>
            <a:r>
              <a:rPr sz="2000"/>
              <a:t>Challenges in Traditional Customer Management</a:t>
            </a:r>
          </a:p>
          <a:p>
            <a:pPr/>
            <a:r>
              <a:rPr sz="2000"/>
              <a:t>Introducing SAP Customer Experience (CX)</a:t>
            </a:r>
          </a:p>
          <a:p>
            <a:pPr/>
            <a:r>
              <a:rPr sz="2000"/>
              <a:t>Key Components of the SAP CX Suite</a:t>
            </a:r>
          </a:p>
          <a:p>
            <a:pPr/>
            <a:r>
              <a:rPr sz="2000"/>
              <a:t>Proposal 1: Enhancing Sales Processes with SAP Sales Cloud</a:t>
            </a:r>
          </a:p>
          <a:p>
            <a:pPr/>
            <a:r>
              <a:rPr sz="2000"/>
              <a:t>Proposal 2: Revolutionizing Service with SAP Service Cloud</a:t>
            </a:r>
          </a:p>
          <a:p>
            <a:pPr/>
            <a:r>
              <a:rPr sz="2000"/>
              <a:t>Proposal 3: Driving Personalized Marketing with SAP Marketing Cloud</a:t>
            </a:r>
          </a:p>
          <a:p>
            <a:pPr/>
            <a:r>
              <a:rPr sz="2000"/>
              <a:t>Proposal 4: Unifying Customer Data with SAP Customer Data Platform (CDP)</a:t>
            </a:r>
          </a:p>
          <a:p>
            <a:pPr/>
            <a:r>
              <a:rPr sz="2000"/>
              <a:t>The Integrated CX Advantage</a:t>
            </a:r>
          </a:p>
          <a:p>
            <a:pPr/>
            <a:r>
              <a:rPr sz="2000"/>
              <a:t>Implementation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Evolving Customer Expectations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Customers expect personalized, consistent, and seamless experiences across all channels.</a:t>
            </a:r>
          </a:p>
          <a:p>
            <a:pPr/>
            <a:r>
              <a:rPr sz="2000"/>
              <a:t>Empowered by information, customers demand proactive engagement and swift resolution.</a:t>
            </a:r>
          </a:p>
          <a:p>
            <a:pPr/>
            <a:r>
              <a:rPr sz="2000"/>
              <a:t>The journey from discovery to post-purchase is critical.</a:t>
            </a:r>
          </a:p>
          <a:p>
            <a:pPr/>
            <a:r>
              <a:rPr sz="2000"/>
              <a:t>Loyalty is earned through exceptional and relevant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Challenges in Traditional Customer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Fragmented Customer Data:</a:t>
            </a:r>
            <a:r>
              <a:rPr sz="2000"/>
              <a:t> Siloed information across sales, service, and marketing systems.</a:t>
            </a:r>
          </a:p>
          <a:p>
            <a:pPr/>
            <a:r>
              <a:rPr sz="2000"/>
              <a:t> </a:t>
            </a:r>
            <a:r>
              <a:rPr b="1" sz="2000"/>
              <a:t>Inconsistent Journeys:</a:t>
            </a:r>
            <a:r>
              <a:rPr sz="2000"/>
              <a:t> Disconnected touchpoints leading to customer frustration.</a:t>
            </a:r>
          </a:p>
          <a:p>
            <a:pPr/>
            <a:r>
              <a:rPr sz="2000"/>
              <a:t> </a:t>
            </a:r>
            <a:r>
              <a:rPr b="1" sz="2000"/>
              <a:t>Limited Personalization:</a:t>
            </a:r>
            <a:r>
              <a:rPr sz="2000"/>
              <a:t> Generic approaches failing to resonate with individual needs.</a:t>
            </a:r>
          </a:p>
          <a:p>
            <a:pPr/>
            <a:r>
              <a:rPr sz="2000"/>
              <a:t> </a:t>
            </a:r>
            <a:r>
              <a:rPr b="1" sz="2000"/>
              <a:t>Inefficient Operations:</a:t>
            </a:r>
            <a:r>
              <a:rPr sz="2000"/>
              <a:t> Manual processes, lack of automation, and poor visibility.</a:t>
            </a:r>
          </a:p>
          <a:p>
            <a:pPr/>
            <a:r>
              <a:rPr sz="2000"/>
              <a:t> </a:t>
            </a:r>
            <a:r>
              <a:rPr b="1" sz="2000"/>
              <a:t>Difficulty Measuring ROI:</a:t>
            </a:r>
            <a:r>
              <a:rPr sz="2000"/>
              <a:t> Challenges in attributing marketing spend to sales and service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Introducing SAP Customer Experience (CX)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SAP CX is a suite of cloud-based solutions designed to manage every aspect of the customer journey.</a:t>
            </a:r>
          </a:p>
          <a:p>
            <a:pPr/>
            <a:r>
              <a:rPr sz="2000"/>
              <a:t>It empowers businesses to deliver exceptional customer experiences, drive loyalty, and increase revenue.</a:t>
            </a:r>
          </a:p>
          <a:p>
            <a:pPr/>
            <a:r>
              <a:rPr sz="2000"/>
              <a:t>Offers integrated capabilities spanning sales, service, marketing, e-commerce, and customer data.</a:t>
            </a:r>
          </a:p>
          <a:p>
            <a:pPr/>
            <a:r>
              <a:rPr sz="2000"/>
              <a:t>Built to integrate seamlessly with SAP S/4HANA and other core business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Key Components of the SAP CX Suite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SAP Sales Cloud:</a:t>
            </a:r>
            <a:r>
              <a:rPr sz="2000"/>
              <a:t> Streamlines sales processes, from lead management to deal closing.</a:t>
            </a:r>
          </a:p>
          <a:p>
            <a:pPr/>
            <a:r>
              <a:rPr sz="2000"/>
              <a:t> </a:t>
            </a:r>
            <a:r>
              <a:rPr b="1" sz="2000"/>
              <a:t>SAP Service Cloud:</a:t>
            </a:r>
            <a:r>
              <a:rPr sz="2000"/>
              <a:t> Enhances customer service with efficient case management, self-service, and field service capabilities.</a:t>
            </a:r>
          </a:p>
          <a:p>
            <a:pPr/>
            <a:r>
              <a:rPr sz="2000"/>
              <a:t> </a:t>
            </a:r>
            <a:r>
              <a:rPr b="1" sz="2000"/>
              <a:t>SAP Marketing Cloud:</a:t>
            </a:r>
            <a:r>
              <a:rPr sz="2000"/>
              <a:t> Enables personalized, data-driven marketing campaigns across multiple channels.</a:t>
            </a:r>
          </a:p>
          <a:p>
            <a:pPr/>
            <a:r>
              <a:rPr sz="2000"/>
              <a:t> </a:t>
            </a:r>
            <a:r>
              <a:rPr b="1" sz="2000"/>
              <a:t>SAP Commerce Cloud:</a:t>
            </a:r>
            <a:r>
              <a:rPr sz="2000"/>
              <a:t> Powers seamless B2B and B2C e-commerce experiences.</a:t>
            </a:r>
          </a:p>
          <a:p>
            <a:pPr/>
            <a:r>
              <a:rPr sz="2000"/>
              <a:t> </a:t>
            </a:r>
            <a:r>
              <a:rPr b="1" sz="2000"/>
              <a:t>SAP Customer Data Platform (CDP):</a:t>
            </a:r>
            <a:r>
              <a:rPr sz="2000"/>
              <a:t> Unifies customer data to create a single, comprehensive customer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1: Enhancing Sales Processes with SAP Sales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Problem: Inefficient lead management, scattered prospect data, and manual sales tasks hinder productivity.</a:t>
            </a:r>
          </a:p>
          <a:p>
            <a:pPr/>
            <a:r>
              <a:rPr sz="2000"/>
              <a:t>Solution: Implement SAP Sales Cloud for end-to-end lead-to-opportunity management, sales forecasting, and customer engagement.</a:t>
            </a:r>
          </a:p>
          <a:p>
            <a:pPr/>
            <a:r>
              <a:rPr sz="2000"/>
              <a:t>Benefits: Increased sales pipeline visibility, improved conversion rates, better sales team collaboration, and more accurate forecasting.</a:t>
            </a:r>
          </a:p>
          <a:p>
            <a:pPr/>
            <a:r>
              <a:rPr sz="2000"/>
              <a:t>Key Features: Opportunity management, contact management, sales forecasting, mobile access, integration with S/4HANA.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2: Revolutionizing Service with SAP Service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Challenge: Slow response times, inconsistent support quality, and lack of customer context for service agents.</a:t>
            </a:r>
          </a:p>
          <a:p>
            <a:pPr/>
            <a:r>
              <a:rPr sz="2000"/>
              <a:t>Solution: Deploy SAP Service Cloud to centralize customer interactions, automate service workflows, and provide agents with complete customer history.</a:t>
            </a:r>
          </a:p>
          <a:p>
            <a:pPr/>
            <a:r>
              <a:rPr sz="2000"/>
              <a:t>Benefits: Faster issue resolution, higher customer satisfaction, reduced service costs, and proactive issue identification.</a:t>
            </a:r>
          </a:p>
          <a:p>
            <a:pPr/>
            <a:r>
              <a:rPr sz="2000"/>
              <a:t>Key Features: Case management, knowledge base integration, omni-channel support, field service management, customer portals.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3: Driving Personalized Marketing with SAP Marketing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Need: Move beyond generic campaigns to deliver personalized, segmented marketing messages.</a:t>
            </a:r>
          </a:p>
          <a:p>
            <a:pPr/>
            <a:r>
              <a:rPr sz="2000"/>
              <a:t>Solution: Utilize SAP Marketing Cloud to build customer segments, orchestrate campaigns across channels, and automate marketing journeys.</a:t>
            </a:r>
          </a:p>
          <a:p>
            <a:pPr/>
            <a:r>
              <a:rPr sz="2000"/>
              <a:t>Benefits: Increased campaign effectiveness, improved customer engagement, higher ROI on marketing spend, and better lead generation.</a:t>
            </a:r>
          </a:p>
          <a:p>
            <a:pPr/>
            <a:r>
              <a:rPr sz="2000"/>
              <a:t>Key Features: Segmentation, journey orchestration, campaign execution, marketing analytics, integration with other CX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Proposal 4: Unifying Customer Data with SAP Customer Data Platform (CDP)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Problem: Customer data scattered across multiple systems (CRM, ERP, marketing tools, web analytics).</a:t>
            </a:r>
          </a:p>
          <a:p>
            <a:pPr/>
            <a:r>
              <a:rPr sz="2000"/>
              <a:t>Solution: Implement SAP CDP to ingest, unify, and manage customer data from all sources, creating a 360-degree customer view.</a:t>
            </a:r>
          </a:p>
          <a:p>
            <a:pPr/>
            <a:r>
              <a:rPr sz="2000"/>
              <a:t>Benefits: Accurate customer profiles, improved segmentation for marketing, enhanced personalization, and better data governance.</a:t>
            </a:r>
          </a:p>
          <a:p>
            <a:pPr/>
            <a:r>
              <a:rPr sz="2000"/>
              <a:t>Key Capabilities: Data ingestion, identity resolution, profile unification, consent management, data activation.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The Integrated CX Advantage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 </a:t>
            </a:r>
            <a:r>
              <a:rPr b="1" sz="2000"/>
              <a:t>Unified Customer View:</a:t>
            </a:r>
            <a:r>
              <a:rPr sz="2000"/>
              <a:t> All departments operate with the same, up-to-date customer information.</a:t>
            </a:r>
          </a:p>
          <a:p>
            <a:pPr/>
            <a:r>
              <a:rPr sz="2000"/>
              <a:t> </a:t>
            </a:r>
            <a:r>
              <a:rPr b="1" sz="2000"/>
              <a:t>Seamless Customer Journeys:</a:t>
            </a:r>
            <a:r>
              <a:rPr sz="2000"/>
              <a:t> Consistent experience from initial marketing contact to sales conversion and post-sale service.</a:t>
            </a:r>
          </a:p>
          <a:p>
            <a:pPr/>
            <a:r>
              <a:rPr sz="2000"/>
              <a:t> </a:t>
            </a:r>
            <a:r>
              <a:rPr b="1" sz="2000"/>
              <a:t>Data-Driven Personalization:</a:t>
            </a:r>
            <a:r>
              <a:rPr sz="2000"/>
              <a:t> Leverage insights to tailor every interaction.</a:t>
            </a:r>
          </a:p>
          <a:p>
            <a:pPr/>
            <a:r>
              <a:rPr sz="2000"/>
              <a:t> </a:t>
            </a:r>
            <a:r>
              <a:rPr b="1" sz="2000"/>
              <a:t>Increased Efficiency &amp; Collaboration:</a:t>
            </a:r>
            <a:r>
              <a:rPr sz="2000"/>
              <a:t> Streamlined workflows and shared insights boost productivity.</a:t>
            </a:r>
          </a:p>
          <a:p>
            <a:pPr/>
            <a:r>
              <a:rPr sz="2000"/>
              <a:t> </a:t>
            </a:r>
            <a:r>
              <a:rPr b="1" sz="2000"/>
              <a:t>Enhanced Loyalty &amp; Retention:</a:t>
            </a:r>
            <a:r>
              <a:rPr sz="2000"/>
              <a:t> Meeting and exceeding customer expectations builds lasting relationships.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Implementation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Assess current customer engagement processes and identify key pain points.</a:t>
            </a:r>
          </a:p>
          <a:p>
            <a:pPr/>
            <a:r>
              <a:rPr sz="2000"/>
              <a:t>Prioritize SAP CX solutions based on strategic goals (e.g., sales growth, service improvement, marketing ROI).</a:t>
            </a:r>
          </a:p>
          <a:p>
            <a:pPr/>
            <a:r>
              <a:rPr sz="2000"/>
              <a:t>Develop a phased implementation roadmap, starting with foundational elements like CDP or Sales Cloud.</a:t>
            </a:r>
          </a:p>
          <a:p>
            <a:pPr/>
            <a:r>
              <a:rPr sz="2000"/>
              <a:t>Focus on change management and user training for successful adoption.</a:t>
            </a:r>
          </a:p>
          <a:p>
            <a:pPr/>
            <a:r>
              <a:rPr sz="2000"/>
              <a:t>Let's schedule a deeper dive into your specific customer engagement challenges. What aspect of the customer journey is most critical for your business right now?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ShapesVTI</vt:lpstr>
      <vt:lpstr>Hello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5</cp:revision>
  <dcterms:modified xsi:type="dcterms:W3CDTF">2023-08-21T21:53:30Z</dcterms:modified>
</cp:coreProperties>
</file>