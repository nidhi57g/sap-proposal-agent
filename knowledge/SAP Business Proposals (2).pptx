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Unlocking Business Value with SAP Business Technology Platform (BTP)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Challenge: Bridging the Gap in Digital Transformation</a:t>
            </a:r>
          </a:p>
          <a:p>
            <a:pPr/>
            <a:r>
              <a:rPr sz="2000"/>
              <a:t>Introducing SAP Business Technology Platform (BTP)</a:t>
            </a:r>
          </a:p>
          <a:p>
            <a:pPr/>
            <a:r>
              <a:rPr sz="2000"/>
              <a:t>Key Capabilities of SAP BTP</a:t>
            </a:r>
          </a:p>
          <a:p>
            <a:pPr/>
            <a:r>
              <a:rPr sz="2000"/>
              <a:t>Proposal 1: Accelerating Application Development &amp; Extensibility</a:t>
            </a:r>
          </a:p>
          <a:p>
            <a:pPr/>
            <a:r>
              <a:rPr sz="2000"/>
              <a:t>Proposal 2: Enhancing Integration Across Your Landscape</a:t>
            </a:r>
          </a:p>
          <a:p>
            <a:pPr/>
            <a:r>
              <a:rPr sz="2000"/>
              <a:t>Proposal 3: Driving Data-Driven Insights with Analytics</a:t>
            </a:r>
          </a:p>
          <a:p>
            <a:pPr/>
            <a:r>
              <a:rPr sz="2000"/>
              <a:t>Proposal 4: Building Intelligent Automation Solutions</a:t>
            </a:r>
          </a:p>
          <a:p>
            <a:pPr/>
            <a:r>
              <a:rPr sz="2000"/>
              <a:t>Benefits of Adopting SAP BTP</a:t>
            </a:r>
          </a:p>
          <a:p>
            <a:pPr/>
            <a:r>
              <a:rPr sz="2000"/>
              <a:t>Strategic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Challenge: Bridging the Gap in Digital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Businesses need to innovate faster to stay competitive.</a:t>
            </a:r>
          </a:p>
          <a:p>
            <a:pPr/>
            <a:r>
              <a:rPr sz="2000"/>
              <a:t>Existing SAP landscape needs to be extended and integrated with other systems.</a:t>
            </a:r>
          </a:p>
          <a:p>
            <a:pPr/>
            <a:r>
              <a:rPr sz="2000"/>
              <a:t>Challenges in developing custom solutions efficiently and securely.</a:t>
            </a:r>
          </a:p>
          <a:p>
            <a:pPr/>
            <a:r>
              <a:rPr sz="2000"/>
              <a:t>Difficulty in connecting disparate data sources for comprehensive analytics.</a:t>
            </a:r>
          </a:p>
          <a:p>
            <a:pPr/>
            <a:r>
              <a:rPr sz="2000"/>
              <a:t>Demand for seamless user experiences across different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Business Technology Platform (BTP)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An integrated offering of SAP's database, analytics, application development, and integration technologies.</a:t>
            </a:r>
          </a:p>
          <a:p>
            <a:pPr/>
            <a:r>
              <a:rPr sz="2000"/>
              <a:t>A key enabler for digital transformation, allowing you to build, extend, and integrate SAP and non-SAP applications.</a:t>
            </a:r>
          </a:p>
          <a:p>
            <a:pPr/>
            <a:r>
              <a:rPr sz="2000"/>
              <a:t>Cloud-native platform designed for agility, scalability, and innovation.</a:t>
            </a:r>
          </a:p>
          <a:p>
            <a:pPr/>
            <a:r>
              <a:rPr sz="2000"/>
              <a:t>Provides a unified experience for developers, users, and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Capabilities of SAP BTP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Application Development &amp; Extensibility:</a:t>
            </a:r>
            <a:r>
              <a:rPr sz="2000"/>
              <a:t> Tools for building new apps or extending SAP S/4HANA and other SAP solutions.</a:t>
            </a:r>
          </a:p>
          <a:p>
            <a:pPr/>
            <a:r>
              <a:rPr sz="2000"/>
              <a:t> </a:t>
            </a:r>
            <a:r>
              <a:rPr b="1" sz="2000"/>
              <a:t>Integration:</a:t>
            </a:r>
            <a:r>
              <a:rPr sz="2000"/>
              <a:t> Connect cloud and on-premise applications, systems, and data.</a:t>
            </a:r>
          </a:p>
          <a:p>
            <a:pPr/>
            <a:r>
              <a:rPr sz="2000"/>
              <a:t> </a:t>
            </a:r>
            <a:r>
              <a:rPr b="1" sz="2000"/>
              <a:t>Data &amp; Analytics:</a:t>
            </a:r>
            <a:r>
              <a:rPr sz="2000"/>
              <a:t> Gain insights from your data through advanced analytics, business intelligence, and data warehousing.</a:t>
            </a:r>
          </a:p>
          <a:p>
            <a:pPr/>
            <a:r>
              <a:rPr sz="2000"/>
              <a:t> </a:t>
            </a:r>
            <a:r>
              <a:rPr b="1" sz="2000"/>
              <a:t>Intelligent Technologies:</a:t>
            </a:r>
            <a:r>
              <a:rPr sz="2000"/>
              <a:t> Leverage AI, Machine Learning, Robotic Process Automation (RPA), and IoT.</a:t>
            </a:r>
          </a:p>
          <a:p>
            <a:pPr/>
            <a:r>
              <a:rPr sz="2000"/>
              <a:t> </a:t>
            </a:r>
            <a:r>
              <a:rPr b="1" sz="2000"/>
              <a:t>Database &amp; Data Management:</a:t>
            </a:r>
            <a:r>
              <a:rPr sz="2000"/>
              <a:t> Robust, in-memory data management with SAP HANA.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1: Accelerating Application Development &amp; Extensibility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Problem: Standard SAP solutions may not cover all unique business requirements.</a:t>
            </a:r>
          </a:p>
          <a:p>
            <a:pPr/>
            <a:r>
              <a:rPr sz="2000"/>
              <a:t>Solution: Utilize SAP BTP's development tools (e.g., SAP Business Application Studio, SAP Build) to create custom applications or extend existing ones.</a:t>
            </a:r>
          </a:p>
          <a:p>
            <a:pPr/>
            <a:r>
              <a:rPr sz="2000"/>
              <a:t>Benefits: Faster development cycles, low-code/no-code options for citizen developers, seamless integration with core SAP.</a:t>
            </a:r>
          </a:p>
          <a:p>
            <a:pPr/>
            <a:r>
              <a:rPr sz="2000"/>
              <a:t>Use Case: Developing a custom mobile app for field service technicians, or extending a sales process with unique 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2: Enhancing Integration Across Your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Challenge: Siloed systems and data lead to inefficiencies and limited visibility.</a:t>
            </a:r>
          </a:p>
          <a:p>
            <a:pPr/>
            <a:r>
              <a:rPr sz="2000"/>
              <a:t>Solution: Implement SAP Integration Suite on BTP to connect cloud, on-premise, and partner applications.</a:t>
            </a:r>
          </a:p>
          <a:p>
            <a:pPr/>
            <a:r>
              <a:rPr sz="2000"/>
              <a:t>Benefits: Streamlined end-to-end business processes, unified data flow, reduced integration complexity, and enhanced operational efficiency.</a:t>
            </a:r>
          </a:p>
          <a:p>
            <a:pPr/>
            <a:r>
              <a:rPr sz="2000"/>
              <a:t>Use Case: Integrating HR systems with payroll, connecting e-commerce platforms with ERP, or linking supply chain partners.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3: Driving Data-Driven Insights with Analytics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Need: Access to real-time, consolidated data for informed decision-making.</a:t>
            </a:r>
          </a:p>
          <a:p>
            <a:pPr/>
            <a:r>
              <a:rPr sz="2000"/>
              <a:t>Solution: Leverage SAP Analytics Cloud (SAC) on BTP for business intelligence, augmented analytics, and planning.</a:t>
            </a:r>
          </a:p>
          <a:p>
            <a:pPr/>
            <a:r>
              <a:rPr sz="2000"/>
              <a:t>Benefits: Unified platform for all analytical needs, predictive insights, interactive dashboards, and collaborative planning.</a:t>
            </a:r>
          </a:p>
          <a:p>
            <a:pPr/>
            <a:r>
              <a:rPr sz="2000"/>
              <a:t>Use Case: Analyzing sales performance by region, forecasting demand, or monitoring key operational KPIs.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4: Building Intelligent Automation Solutions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Opportunity: Automate repetitive tasks and embed intelligence into processes.</a:t>
            </a:r>
          </a:p>
          <a:p>
            <a:pPr/>
            <a:r>
              <a:rPr sz="2000"/>
              <a:t>Solution: Utilize SAP Intelligent RPA and AI capabilities on BTP.</a:t>
            </a:r>
          </a:p>
          <a:p>
            <a:pPr/>
            <a:r>
              <a:rPr sz="2000"/>
              <a:t>Benefits: Increased operational efficiency, reduced errors, improved employee productivity, and faster process execution.</a:t>
            </a:r>
          </a:p>
          <a:p>
            <a:pPr/>
            <a:r>
              <a:rPr sz="2000"/>
              <a:t>Use Case: Automating invoice processing, customer service chatbots, or predictive maintenance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Benefits of Adopting SAP BTP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Accelerated Innovation:</a:t>
            </a:r>
            <a:r>
              <a:rPr sz="2000"/>
              <a:t> Quickly develop and deploy new solutions.</a:t>
            </a:r>
          </a:p>
          <a:p>
            <a:pPr/>
            <a:r>
              <a:rPr sz="2000"/>
              <a:t> </a:t>
            </a:r>
            <a:r>
              <a:rPr b="1" sz="2000"/>
              <a:t>Enhanced Agility:</a:t>
            </a:r>
            <a:r>
              <a:rPr sz="2000"/>
              <a:t> Adapt to changing business needs with flexible, scalable cloud services.</a:t>
            </a:r>
          </a:p>
          <a:p>
            <a:pPr/>
            <a:r>
              <a:rPr sz="2000"/>
              <a:t> </a:t>
            </a:r>
            <a:r>
              <a:rPr b="1" sz="2000"/>
              <a:t>Seamless Integration:</a:t>
            </a:r>
            <a:r>
              <a:rPr sz="2000"/>
              <a:t> Connect all your business systems and data.</a:t>
            </a:r>
          </a:p>
          <a:p>
            <a:pPr/>
            <a:r>
              <a:rPr sz="2000"/>
              <a:t> </a:t>
            </a:r>
            <a:r>
              <a:rPr b="1" sz="2000"/>
              <a:t>Improved User Experience:</a:t>
            </a:r>
            <a:r>
              <a:rPr sz="2000"/>
              <a:t> Create intuitive and consistent interfaces.</a:t>
            </a:r>
          </a:p>
          <a:p>
            <a:pPr/>
            <a:r>
              <a:rPr sz="2000"/>
              <a:t> </a:t>
            </a:r>
            <a:r>
              <a:rPr b="1" sz="2000"/>
              <a:t>Data-Driven Decision-Making:</a:t>
            </a:r>
            <a:r>
              <a:rPr sz="2000"/>
              <a:t> Unlock the value of your data with advanced analytics.</a:t>
            </a:r>
          </a:p>
          <a:p>
            <a:pPr/>
            <a:r>
              <a:rPr sz="2000"/>
              <a:t> </a:t>
            </a:r>
            <a:r>
              <a:rPr b="1" sz="2000"/>
              <a:t>Future-Proofing:</a:t>
            </a:r>
            <a:r>
              <a:rPr sz="2000"/>
              <a:t> Leverage the latest technologies from SAP.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Strategic Roadmap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Identify key business scenarios where BTP can add significant value (e.g., custom apps, integrations, analytics).</a:t>
            </a:r>
          </a:p>
          <a:p>
            <a:pPr/>
            <a:r>
              <a:rPr sz="2000"/>
              <a:t>Assess existing technical capabilities and skill sets.</a:t>
            </a:r>
          </a:p>
          <a:p>
            <a:pPr/>
            <a:r>
              <a:rPr sz="2000"/>
              <a:t>Develop a pilot project to demonstrate immediate ROI.</a:t>
            </a:r>
          </a:p>
          <a:p>
            <a:pPr/>
            <a:r>
              <a:rPr sz="2000"/>
              <a:t>Plan for phased implementation of core BTP services.</a:t>
            </a:r>
          </a:p>
          <a:p>
            <a:pPr/>
            <a:r>
              <a:rPr sz="2000"/>
              <a:t>Let's discuss which BTP capabilities would best align with your strategic initiatives. What areas are you most interested in exploring further?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