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Process Automation with SAP Intelligent RPA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Pervasive Challenge of Manual, Repetitive Tasks</a:t>
            </a:r>
          </a:p>
          <a:p>
            <a:pPr/>
            <a:r>
              <a:rPr sz="2000"/>
              <a:t>Introducing SAP Intelligent Robotic Process Automation (RPA)</a:t>
            </a:r>
          </a:p>
          <a:p>
            <a:pPr/>
            <a:r>
              <a:rPr sz="2000"/>
              <a:t>How SAP Intelligent RPA Works</a:t>
            </a:r>
          </a:p>
          <a:p>
            <a:pPr/>
            <a:r>
              <a:rPr sz="2000"/>
              <a:t>Key Capabilities of SAP Intelligent RPA</a:t>
            </a:r>
          </a:p>
          <a:p>
            <a:pPr/>
            <a:r>
              <a:rPr sz="2000"/>
              <a:t>Proposal: Automating Key Business Processes</a:t>
            </a:r>
          </a:p>
          <a:p>
            <a:pPr/>
            <a:r>
              <a:rPr sz="2000"/>
              <a:t>Tangible Benefits of RPA Implementation</a:t>
            </a:r>
          </a:p>
          <a:p>
            <a:pPr/>
            <a:r>
              <a:rPr sz="2000"/>
              <a:t>Integration and Deployment Considerations</a:t>
            </a:r>
          </a:p>
          <a:p>
            <a:pPr/>
            <a:r>
              <a:rPr sz="2000"/>
              <a:t>Getting Started: Your RPA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Pervasive Challenge of Manual, Repetitive Tasks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Many business processes involve time-consuming, rule-based tasks that are prone to human error.</a:t>
            </a:r>
          </a:p>
          <a:p>
            <a:pPr/>
            <a:r>
              <a:rPr sz="2000"/>
              <a:t>Examples: Data entry, report compilation, system reconciliation, form processing, user provisioning.</a:t>
            </a:r>
          </a:p>
          <a:p>
            <a:pPr/>
            <a:r>
              <a:rPr sz="2000"/>
              <a:t>These tasks divert valuable employee time from strategic, high-value activities.</a:t>
            </a:r>
          </a:p>
          <a:p>
            <a:pPr/>
            <a:r>
              <a:rPr sz="2000"/>
              <a:t>Manual processes lead to inconsistencies, delays, and increased operational costs.</a:t>
            </a:r>
          </a:p>
          <a:p>
            <a:pPr/>
            <a:r>
              <a:rPr sz="2000"/>
              <a:t>Low employee satisfaction due to tedious and monotonous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Intelligent Robotic Process Automation (RPA)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 technology that enables businesses to configure software robots (bots) to emulate and integrate the actions of a human interacting with digital systems.</a:t>
            </a:r>
          </a:p>
          <a:p>
            <a:pPr/>
            <a:r>
              <a:rPr sz="2000"/>
              <a:t>SAP Intelligent RPA allows you to automate repetitive, high-volume tasks across SAP and non-SAP applications.</a:t>
            </a:r>
          </a:p>
          <a:p>
            <a:pPr/>
            <a:r>
              <a:rPr sz="2000"/>
              <a:t>It works by mimicking user actions on the user interface, without needing direct API integration for many tasks.</a:t>
            </a:r>
          </a:p>
          <a:p>
            <a:pPr/>
            <a:r>
              <a:rPr sz="2000"/>
              <a:t>Designed to enhance productivity, improve accuracy, and free up human workers for more strategic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How SAP Intelligent RPA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Build:</a:t>
            </a:r>
            <a:r>
              <a:rPr sz="2000"/>
              <a:t> Use the SAP Intelligent RPA Bot Builder (based on visual, low-code tools) to design automation workflows.</a:t>
            </a:r>
          </a:p>
          <a:p>
            <a:pPr/>
            <a:r>
              <a:rPr b="1" sz="2000"/>
              <a:t>Deploy:</a:t>
            </a:r>
            <a:r>
              <a:rPr sz="2000"/>
              <a:t> Manage and deploy bots via the SAP Intelligent RPA Factory (cloud-based management console).</a:t>
            </a:r>
          </a:p>
          <a:p>
            <a:pPr/>
            <a:r>
              <a:rPr b="1" sz="2000"/>
              <a:t>Run:</a:t>
            </a:r>
            <a:r>
              <a:rPr sz="2000"/>
              <a:t> Bots execute tasks automatically, 24/7, interacting with applications just like a human user.</a:t>
            </a:r>
          </a:p>
          <a:p>
            <a:pPr/>
            <a:r>
              <a:rPr b="1" sz="2000"/>
              <a:t>Monitor:</a:t>
            </a:r>
            <a:r>
              <a:rPr sz="2000"/>
              <a:t> Gain visibility into bot performance, execution logs, and process metrics through the Factory.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Capabilities of SAP Intelligent RPA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User Interface Automation:</a:t>
            </a:r>
            <a:r>
              <a:rPr sz="2000"/>
              <a:t> Automates interactions with desktop and web applications.</a:t>
            </a:r>
          </a:p>
          <a:p>
            <a:pPr/>
            <a:r>
              <a:rPr b="1" sz="2000"/>
              <a:t>Process Automation:</a:t>
            </a:r>
            <a:r>
              <a:rPr sz="2000"/>
              <a:t> Designs workflows to orchestrate multiple steps and applications.</a:t>
            </a:r>
          </a:p>
          <a:p>
            <a:pPr/>
            <a:r>
              <a:rPr b="1" sz="2000"/>
              <a:t>Integration with SAP &amp; Non-SAP Systems:</a:t>
            </a:r>
            <a:r>
              <a:rPr sz="2000"/>
              <a:t> Connects across your entire IT landscape.</a:t>
            </a:r>
          </a:p>
          <a:p>
            <a:pPr/>
            <a:r>
              <a:rPr b="1" sz="2000"/>
              <a:t>Task &amp; Bot Scheduling:</a:t>
            </a:r>
            <a:r>
              <a:rPr sz="2000"/>
              <a:t> Automate execution based on time or event triggers.</a:t>
            </a:r>
          </a:p>
          <a:p>
            <a:pPr/>
            <a:r>
              <a:rPr b="1" sz="2000"/>
              <a:t>Error Handling &amp; Monitoring:</a:t>
            </a:r>
            <a:r>
              <a:rPr sz="2000"/>
              <a:t> Robust mechanisms to manage exceptions and track performance.</a:t>
            </a:r>
          </a:p>
          <a:p>
            <a:pPr/>
            <a:r>
              <a:rPr b="1" sz="2000"/>
              <a:t>Intelligent Technologies:</a:t>
            </a:r>
            <a:r>
              <a:rPr sz="2000"/>
              <a:t> Integration with AI/ML capabilities for more advanced automation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Proposal: Automating Key Business Processes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Automating Data Entry &amp; Migration:</a:t>
            </a:r>
          </a:p>
          <a:p>
            <a:pPr lvl="1"/>
            <a:r>
              <a:rPr sz="1800"/>
              <a:t>Mass data uploads/downloads, migrating data between systems, populating forms automatically.</a:t>
            </a:r>
          </a:p>
          <a:p>
            <a:pPr/>
            <a:r>
              <a:rPr b="1" sz="2000"/>
              <a:t>Streamlining Report Generation &amp; Distribution:</a:t>
            </a:r>
          </a:p>
          <a:p>
            <a:pPr lvl="1"/>
            <a:r>
              <a:rPr sz="1800"/>
              <a:t>Automate the extraction of data, compilation into reports, and distribution via email or file shares.</a:t>
            </a:r>
          </a:p>
          <a:p>
            <a:pPr/>
            <a:r>
              <a:rPr b="1" sz="2000"/>
              <a:t>Accelerating Invoice Processing:</a:t>
            </a:r>
          </a:p>
          <a:p>
            <a:pPr lvl="1"/>
            <a:r>
              <a:rPr sz="1800"/>
              <a:t>Extracting data from invoices, validating against POs, and entering into ERP systems.</a:t>
            </a:r>
          </a:p>
          <a:p>
            <a:pPr/>
            <a:r>
              <a:rPr b="1" sz="2000"/>
              <a:t>Automating IT Support Tasks:</a:t>
            </a:r>
          </a:p>
          <a:p>
            <a:pPr lvl="1"/>
            <a:r>
              <a:rPr sz="1800"/>
              <a:t>User account creation/deletion, password resets, software deployment, system health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Tangible Benefits of RPA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Increased Efficiency &amp; Speed:</a:t>
            </a:r>
            <a:r>
              <a:rPr sz="2000"/>
              <a:t> Bots work 24/7, significantly reducing process cycle times.</a:t>
            </a:r>
          </a:p>
          <a:p>
            <a:pPr/>
            <a:r>
              <a:rPr sz="2000"/>
              <a:t> </a:t>
            </a:r>
            <a:r>
              <a:rPr b="1" sz="2000"/>
              <a:t>Improved Accuracy &amp; Consistency:</a:t>
            </a:r>
            <a:r>
              <a:rPr sz="2000"/>
              <a:t> Eliminates human error in rule-based tasks, ensuring consistent outcomes.</a:t>
            </a:r>
          </a:p>
          <a:p>
            <a:pPr/>
            <a:r>
              <a:rPr sz="2000"/>
              <a:t> </a:t>
            </a:r>
            <a:r>
              <a:rPr b="1" sz="2000"/>
              <a:t>Reduced Operational Costs:</a:t>
            </a:r>
            <a:r>
              <a:rPr sz="2000"/>
              <a:t> Lower labor costs associated with manual tasks.</a:t>
            </a:r>
          </a:p>
          <a:p>
            <a:pPr/>
            <a:r>
              <a:rPr sz="2000"/>
              <a:t> </a:t>
            </a:r>
            <a:r>
              <a:rPr b="1" sz="2000"/>
              <a:t>Enhanced Employee Productivity &amp; Satisfaction:</a:t>
            </a:r>
            <a:r>
              <a:rPr sz="2000"/>
              <a:t> Frees up employees for more engaging and strategic work.</a:t>
            </a:r>
          </a:p>
          <a:p>
            <a:pPr/>
            <a:r>
              <a:rPr sz="2000"/>
              <a:t> </a:t>
            </a:r>
            <a:r>
              <a:rPr b="1" sz="2000"/>
              <a:t>Faster ROI:</a:t>
            </a:r>
            <a:r>
              <a:rPr sz="2000"/>
              <a:t> Quick implementation of RPA bots often delivers rapid return on investment.</a:t>
            </a:r>
          </a:p>
          <a:p>
            <a:pPr/>
            <a:r>
              <a:rPr sz="2000"/>
              <a:t> </a:t>
            </a:r>
            <a:r>
              <a:rPr b="1" sz="2000"/>
              <a:t>Scalability:</a:t>
            </a:r>
            <a:r>
              <a:rPr sz="2000"/>
              <a:t> Easily scale automation up or down based on business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Integration and Deployment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System Compatibility:</a:t>
            </a:r>
            <a:r>
              <a:rPr sz="2000"/>
              <a:t> SAP Intelligent RPA is designed to work seamlessly with SAP applications and can integrate with most Windows-based applications.</a:t>
            </a:r>
          </a:p>
          <a:p>
            <a:pPr/>
            <a:r>
              <a:rPr b="1" sz="2000"/>
              <a:t>Change Management:</a:t>
            </a:r>
            <a:r>
              <a:rPr sz="2000"/>
              <a:t> Crucial for user adoption and managing the transition of tasks to bots.</a:t>
            </a:r>
          </a:p>
          <a:p>
            <a:pPr/>
            <a:r>
              <a:rPr b="1" sz="2000"/>
              <a:t>IT Governance:</a:t>
            </a:r>
            <a:r>
              <a:rPr sz="2000"/>
              <a:t> Establish clear policies for bot development, deployment, and maintenance.</a:t>
            </a:r>
          </a:p>
          <a:p>
            <a:pPr/>
            <a:r>
              <a:rPr b="1" sz="2000"/>
              <a:t>Security:</a:t>
            </a:r>
            <a:r>
              <a:rPr sz="2000"/>
              <a:t> Implement robust security measures for bot credentials and access.</a:t>
            </a:r>
          </a:p>
          <a:p>
            <a:pPr/>
            <a:r>
              <a:rPr b="1" sz="2000"/>
              <a:t>Scalability:</a:t>
            </a:r>
            <a:r>
              <a:rPr sz="2000"/>
              <a:t> Plan for infrastructure needs to support a growing number of bots.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Getting Started: Your RPA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Identify &amp; Prioritize Use Cases:</a:t>
            </a:r>
            <a:r>
              <a:rPr sz="2000"/>
              <a:t> Start with high-volume, rule-based, and stable processes that offer clear ROI.</a:t>
            </a:r>
          </a:p>
          <a:p>
            <a:pPr/>
            <a:r>
              <a:rPr sz="2000"/>
              <a:t> </a:t>
            </a:r>
            <a:r>
              <a:rPr b="1" sz="2000"/>
              <a:t>Pilot Project:</a:t>
            </a:r>
            <a:r>
              <a:rPr sz="2000"/>
              <a:t> Implement a small-scale pilot to demonstrate value and refine the approach.</a:t>
            </a:r>
          </a:p>
          <a:p>
            <a:pPr/>
            <a:r>
              <a:rPr sz="2000"/>
              <a:t> </a:t>
            </a:r>
            <a:r>
              <a:rPr b="1" sz="2000"/>
              <a:t>Develop a Center of Excellence (CoE):</a:t>
            </a:r>
            <a:r>
              <a:rPr sz="2000"/>
              <a:t> Establish a dedicated team to manage RPA strategy, development, and governance.</a:t>
            </a:r>
          </a:p>
          <a:p>
            <a:pPr/>
            <a:r>
              <a:rPr sz="2000"/>
              <a:t> </a:t>
            </a:r>
            <a:r>
              <a:rPr b="1" sz="2000"/>
              <a:t>Scale Up:</a:t>
            </a:r>
            <a:r>
              <a:rPr sz="2000"/>
              <a:t> Expand RPA to other departments and processes based on learnings from the pilot.</a:t>
            </a:r>
          </a:p>
          <a:p>
            <a:pPr/>
            <a:r>
              <a:rPr sz="2000"/>
              <a:t> </a:t>
            </a:r>
            <a:r>
              <a:rPr b="1" sz="2000"/>
              <a:t>Continuous Improvement:</a:t>
            </a:r>
            <a:r>
              <a:rPr sz="2000"/>
              <a:t> Regularly review bot performance and identify new automation opportunities.</a:t>
            </a:r>
          </a:p>
          <a:p>
            <a:pPr/>
            <a:r>
              <a:rPr sz="2000"/>
              <a:t>Let's explore your specific process challenges. Which areas do you believe would benefit most from intelligent automation?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